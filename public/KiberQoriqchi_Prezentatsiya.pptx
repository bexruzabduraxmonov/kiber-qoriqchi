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48640"/>
            <a:ext cx="2926080" cy="347472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🛡️ KIBERXAVFSIZLIK AKADEMIYASI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KiberQoriqchi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Kiberxavflarni tushunish, amaliy himoyalanish va milliy kiber-madaniyatni shakllantirish platformasi.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4206240" cy="777240"/>
          </a:xfrm>
          <a:prstGeom prst="roundRect">
            <a:avLst/>
          </a:prstGeom>
          <a:solidFill>
            <a:srgbClr val="0D1A2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7004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Rasmiy Web Manzil:
</a:t>
            </a:r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https://kiber-xavfsizlik-boyicha-sayt.vercel.app/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✔ 100% O‘zbek tilida   ✔ Jonli Laboratoriyalar   ✔ APK Skaneri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640080"/>
            <a:ext cx="3566160" cy="3931920"/>
          </a:xfrm>
          <a:prstGeom prst="roundRect">
            <a:avLst/>
          </a:prstGeom>
          <a:solidFill>
            <a:srgbClr val="0D1A26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11" name="Image 0" descr="C:\Users\User\Desktop\kiber xavfsizlik boyicha sayt\public\screenshots\01_hom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685800"/>
            <a:ext cx="34747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945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02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Loyiha haqida: Muammo va Yechim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Nega KiberQoriqchi platformasi yaratildi va u qanday ehtiyojni qoplaydi?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657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365760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08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🚨 Kiber muhitdagi 3 ta asosiy muammo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1. Fishing va soxta to‘lovlar: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Fuqarolar soxta havolalar orqali karta pullaridan ayrilmoqda.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2. Zararli Telegram APK fayllari: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Ijtimoiy tarmoqlarda virusli dasturlar shaxsiy SMS va ma'lumotlarni o'g'irlamoqda.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3. Amaliy ta'lim yo'qligi: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Mavjud manbalar chet tilida yoki faqat quruq nazariyadan iborat.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657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463040"/>
            <a:ext cx="365760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08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✅ KiberQoriqchi platformasi yechimi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1. 100% Ona tilimizda interaktiv ta'lim: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Kiberxavfsizlik asoslari va kibergigiyena sodda tilda tushuntiriladi.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2. Virtual amaliy laboratoriyalar (CTF):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Foydalanuvchi brauzerning o'zida real zaifliklarni bartaraf etishni mashq qiladi.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3. Real himoya vositalari: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Telegramdan kelgan APK fayl va telefonni 1-klikda tekshirish imkoniyati.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945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03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Bosh sahifa: Haqiqiy interfeys va elementlar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Saytning bosh sahifasi (Hero qismi) va asosiy harakatga undovchi tugmalar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03520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01_hom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21208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0" y="1463040"/>
            <a:ext cx="2194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536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1. Interaktiv Hero matni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09360" y="17922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"Kiberxavfsizlikni amalda o‘rganing" bosh shiori va qisqa ta'rif.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17920" y="2267712"/>
            <a:ext cx="2194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3408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2. Asosiy harakat (CTA)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309360" y="25968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"Hoziroq boshlash" va yo'nalishlarga yo'llovchi dinamik tugmalar.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3072384"/>
            <a:ext cx="2194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31455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3. Til almashtirgich (UZ/RU/EN)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309360" y="3401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Yuqori o'ng burchakda 3 ta tilda to'liq lokalizatsiya.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3877056"/>
            <a:ext cx="2194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950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4. Profil va Ballar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309360" y="4206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Foydalanuvchining login va ballar hisoblagichi paneli.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945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04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Sayt menyusi: Haqiqiy navigatsiya tuzilishi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Platformadagi asosiy bo‘limlar va ularning o‘zaro bog‘liqligi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768096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  <a:prstDash val="solid"/>
          </a:ln>
        </p:spPr>
      </p:sp>
      <p:pic>
        <p:nvPicPr>
          <p:cNvPr id="7" name="Image 0" descr="C:\Users\User\Desktop\kiber xavfsizlik boyicha sayt\public\screenshots\02_nav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758952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2377440"/>
            <a:ext cx="1828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1. Yo‘nalishlar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Kibergigiyena, Web xavfsizlik, Tarmoq himoyasi va Linux kasbiy yo'llari.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97480" y="2377440"/>
            <a:ext cx="1828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8892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2. Amaliyot &amp; Lablar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34640" y="30632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Virtual kiber-laboratoriya xonalari (CTF) va interaktiv zaiflik testlari.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377440"/>
            <a:ext cx="1828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3. APK Qo‘riqchi &amp; Xavfsizlik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00600" y="30632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Android APK fayllarini tahlil qilish va smartfon xavfsizlik konsoli.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29400" y="2377440"/>
            <a:ext cx="1828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4. Reyting &amp; AI Assistent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30632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Talabalar musobaqa jadvali (Leaderboard) va CyberGuard AI kiber-maslahatchi.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945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05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Kiberxavfsizlik bo‘limlari va o‘quv yo‘nalishlari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Saytda mavjud bo‘lgan kasbiy ta'lim yo‘nalishlari va ularning vazifalari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4937760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03_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84632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52160" y="1463040"/>
            <a:ext cx="25603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Yo‘nalishlar vazifasi: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89320" y="196596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• Boshlang‘ich kibergigiyena: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Parollar, 2FA, fishingni aniqlash.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• Web xavfsizlik (OWASP):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SQL injection, XSS, CSRF tushunchalari.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• Tarmoq &amp; Linux: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Portlar, IP manzillar, server himoyasi.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• Penetration testing: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Axloqiy xakkerlik asoslari.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945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06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Amaliy imkoniyatlar: APK Qo‘riqchi va Himoya Vositalari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Foydalanuvchilar o‘z qurilmalari va shubhali fayllarini real vaqtda tekshirishi mumkin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65760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05_apk_qoriq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566160" cy="2103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374904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794760"/>
            <a:ext cx="3474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📱 APK Qo‘riqchi Moduli: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Telegram orqali yuborilgan noma'lum APK fayllarni statik dekompilyatsiya qilib, SMS va parollarni o'g'irlovchi troyanlarni aniqlaydi.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65760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  <a:prstDash val="solid"/>
          </a:ln>
        </p:spPr>
      </p:sp>
      <p:pic>
        <p:nvPicPr>
          <p:cNvPr id="11" name="Image 1" descr="C:\Users\User\Desktop\kiber xavfsizlik boyicha sayt\public\screenshots\06_security_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08760"/>
            <a:ext cx="3566160" cy="21031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54880" y="3749040"/>
            <a:ext cx="3657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3794760"/>
            <a:ext cx="3474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🔒 Telefon Xavfsizlik Paneli: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Ochiq USB debugging, ekran qulfi va ruxsatnomalarni 1-klikda tekshiradi hamda "1-Click Fix" orqali zaiflikni tuzatadi.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945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07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Sayt qanday ishlaydi? (Foydalanish oqimi)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Foydalanuvchi platformaga kirgandan so‘ng bilim olish va himoyalanish zanjiri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8288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8745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Saytga kirish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Brauzer orqali ro‘yxatdan o‘tish yoki to‘g‘ridan-to‘g‘ri mehmon sifatida platformaga ulanish.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1645920"/>
            <a:ext cx="18288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8745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651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Yo‘nalishni tanlash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31089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Boshlang‘ich kibergigiyena, web xavfsizlik yoki CTF laboratoriyalarini tanlash.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645920"/>
            <a:ext cx="18288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18745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651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Amaliy laboratoriya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1089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Brauzer qumlog‘ida (sandbox) real zaifliklarni bartaraf etib bayroq (flag) topish.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645920"/>
            <a:ext cx="18288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18745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0840" y="2651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Himoyani qo‘llash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31089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O‘z smartfoni yoki APK fayllarini testdan o‘tkazib, real kiber-himoyaga ega bo‘lish.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945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08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Texnologiyalar: Loyihaning haqiqiy texnik asosi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Kod bazasi (package.json va arxitektura) orqali 100% aniqlangan texnologiyalar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91056"/>
            <a:ext cx="2011680" cy="43891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9105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React 18 &amp; 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57276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Frontend Asosi: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Zamonaviy SPA arxitekturasi, tezkor render va komponentli strukturasi.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267712"/>
            <a:ext cx="76809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395728"/>
            <a:ext cx="2011680" cy="43891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957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237744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Stil va Dizayn: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Javobgar (responsive) interfeys, neon kiber dizayn va qulay mobil moslashuv.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072384"/>
            <a:ext cx="76809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200400"/>
            <a:ext cx="2011680" cy="43891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004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Lucide Icons &amp; Canvas Confetti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318211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UI &amp; Gamifikatsiya: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Vektorli piktogrammalar va yutuqlarni nishonlovchi animatsiya effektlari.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877056"/>
            <a:ext cx="76809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005072"/>
            <a:ext cx="2011680" cy="43891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00507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Vercel Edge Cloud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3986784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Infratuzilma &amp; Xosting: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Global CDN, 24/7 uzluksiz ishlovchi bulutli serverlar va HTTPS xavfsizligi.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945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09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Afzalliklari: KiberQoriqchi nega ustun?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Xorijiy analoglar va an'anaviy kurslarga nisbatan real afzalliklar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1. 100% Mahalliy kontekst va Ona tili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O'zbekiston bank tizimi (Click, Payme, Uzcard) fishingiga qarshi maxsus yo'riqnomalar va o'zbek tilidagi tushuntirishlar.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2. Faqat nazariya emas — Jonli Himoya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Platformada nafaqat o'qiladi, balki APK fayllar va smartfon zaifliklari amalda tekshiriladi.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3. Qulay va Tejamkor (Freemium)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Asosiy kibergigiyena darslari aholi uchun bepul, xalqaro qimmat kartalar talab qilinmaydi.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06324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4. Sun'iy Intellekt Maslahatchisi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566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CyberGuard AI assistenti istalgan kiber-savolga o'zbek tilida 24/7 professional javob beradi.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945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10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Kamchiliklar va Rivojlantirish Rejalari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Haqiqiy holatni ochiq baholash va kelajakdagi takomillashtirish bosqichlari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657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⚠️ Hozirgi Kamchiliklar (MVP)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72A"/>
                </a:solidFill>
              </a:rPr>
              <a:t>1. Dinamik Server-Side Sandboxing: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Hozirda laboratoriyalar veb-simulyatsiya asosida; to'liq Docker konteynerli serverlar talab etiladi.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72A"/>
                </a:solidFill>
              </a:rPr>
              <a:t>2. Mobil Ilova Mavjud Emas: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Hozircha sayt faqat veb-brauzer orqali ishlaydi, mahalliy Android ilova ishlab chiqilmoqda.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72A"/>
                </a:solidFill>
              </a:rPr>
              <a:t>3. Avtomatlashtirilgan Telegram Bot: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Telegram orqali fayl tekshirish boti hali integratsiya qilinmoqda.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657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🚀 Rivojlantirish Yo‘l Xaritasi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72A"/>
                </a:solidFill>
              </a:rPr>
              <a:t>1. Telegram Xavfsizlik Boti (2026 Q3):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Foydalanuvchilar shubhali APK yoki havolani botga yuborib 2 soniyada natija oladi.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72A"/>
                </a:solidFill>
              </a:rPr>
              <a:t>2. B2B Korporativ Trening Moduli: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Banklar va kompaniyalar xodimlari uchun maxsus kiber-audit va fishing simulyatsiyasi.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72A"/>
                </a:solidFill>
              </a:rPr>
              <a:t>3. Milliy Kiber-Olimpiada va CTF: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Talabalar o'rtasida respublika miqyosida sovrinli kiber-musobaqalar o'tkazish.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19456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11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Xulosa: KiberQoriqchi natijasi va jamiyatga foydasi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Kiberxavfsizlik — faqat texnologiya emas, balki to‘g‘ri odatlar va amaliy bilimdir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468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32M+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Aholi kiber-xavflardan himoyalanish madaniyatiga ega bo‘ladi.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468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1-Click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Smartfon va APK xavfsizligini tekshirish uchun oson milliy yechim.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554480"/>
            <a:ext cx="2468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80760" y="22860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Ona tilimizda yangi avlod kiberxavfsizlik mutaxassislari tayyorlanadi.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680960" cy="1280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59669"/>
                </a:solidFill>
              </a:rPr>
              <a:t>«KiberQoriqchi — shunchaki veb-sayt emas, balki Raqamli O‘zbekistonni kiber-tahdidlardan himoya qiluvchi ishonchli milliy qalqondir!»
</a:t>
            </a:r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Platforma foydalanuvchini xavfni tanish → chorani tanlash → xavfsiz harakat qilish bosqichlariga o‘rgatadi.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E’tiboringiz uchun rahmat!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KiberQoriqchi platformasi orqali raqamli xavfsizlikni birgalikda ta’minlaymiz.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4389120" cy="2011680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🌐 Sayt havolasi: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A5E9"/>
                </a:solidFill>
              </a:rPr>
              <a:t>https://kiber-xavfsizlik-boyicha-sayt.vercel.app/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📩 Aloqa va Hamkorlik: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Telegram: @cybershield_uz  |  Email: contact@cybershield.uz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4D399"/>
                </a:solidFill>
              </a:rPr>
              <a:t>🛡️ "Xavfsiz internet — ongli foydalanuvchidan boshlanadi!"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731520"/>
            <a:ext cx="3200400" cy="3840480"/>
          </a:xfrm>
          <a:prstGeom prst="roundRect">
            <a:avLst/>
          </a:prstGeom>
          <a:solidFill>
            <a:srgbClr val="0D1A26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" name="Image 0" descr="C:\Users\User\Desktop\kiber xavfsizlik boyicha sayt\public\screenshots\01_hom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777240"/>
            <a:ext cx="3108960" cy="3749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CyberShield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KiberQoriqchi — Web Platformasi Prezentatsiyasi</dc:title>
  <dc:subject>PptxGenJS Presentation</dc:subject>
  <dc:creator>KiberQoriqchi</dc:creator>
  <cp:lastModifiedBy>KiberQoriqchi</cp:lastModifiedBy>
  <cp:revision>1</cp:revision>
  <dcterms:created xsi:type="dcterms:W3CDTF">2026-10-22T02:20:56Z</dcterms:created>
  <dcterms:modified xsi:type="dcterms:W3CDTF">2026-10-22T02:20:56Z</dcterms:modified>
</cp:coreProperties>
</file>