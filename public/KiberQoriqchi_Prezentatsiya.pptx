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3108960" cy="329184"/>
          </a:xfrm>
          <a:prstGeom prst="roundRect">
            <a:avLst/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</a:rPr>
              <a:t>🛡️ KIBERXAVFSIZLIK AKADEMIYASI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KiberQoriqchi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4A3B8"/>
                </a:solidFill>
              </a:rPr>
              <a:t>Kiberxavflarni tushunish, amaliy himoyalanish va milliy kiber-madaniyatni shakllantirish platformasi.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4206240" cy="777240"/>
          </a:xfrm>
          <a:prstGeom prst="roundRect">
            <a:avLst/>
          </a:prstGeom>
          <a:solidFill>
            <a:srgbClr val="0D1A26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51460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</a:rPr>
              <a:t>🌐 Rasmiy Sayt Manzili:
</a:t>
            </a:r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https://kiber-xavfsizlik-boyicha-sayt.vercel.app/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4290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Muallif: Abduraxmonov Bexruz   |   100% O‘zbek tilida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992624" y="512064"/>
            <a:ext cx="3639312" cy="437083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11" name="Image 0" descr="C:\Users\User\Desktop\kiber xavfsizlik boyicha sayt\public\screenshots\01_home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548640"/>
            <a:ext cx="3566160" cy="40233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029200" y="46085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Saytning jonli bosh sahifasi (Hero ekrani)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02 / 13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Loyiha haqida: Muammo va Yechim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Nega KiberQoriqchi platformasi yaratildi va qanday real muammolarni hal qiladi?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84048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6304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DC2626"/>
                </a:solidFill>
              </a:rPr>
              <a:t>🚨 Raqamli muhitdagi 3 ta asosiy muammo:
</a:t>
            </a:r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F172A"/>
                </a:solidFill>
              </a:rPr>
              <a:t>1. Fishing va soxta to‘lovlar: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75569"/>
                </a:solidFill>
              </a:rPr>
              <a:t>Fuqarolar soxta Click/Payme havolalari orqali karta pullaridan ayrilmoqda.
</a:t>
            </a:r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F172A"/>
                </a:solidFill>
              </a:rPr>
              <a:t>2. Zararli Telegram APK troyanlari: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75569"/>
                </a:solidFill>
              </a:rPr>
              <a:t>Telegram orqali kelgan ilovalar SMS va parollarni o'g'irlamoqda.
</a:t>
            </a:r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F172A"/>
                </a:solidFill>
              </a:rPr>
              <a:t>3. Amaliy ta'lim yo'qligi: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75569"/>
                </a:solidFill>
              </a:rPr>
              <a:t>Mavjud manbalar faqat quruq nazariya yoki chet tillarida.
</a:t>
            </a:r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59669"/>
                </a:solidFill>
              </a:rPr>
              <a:t>✅ KiberQoriqchi yechimi: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0F172A"/>
                </a:solidFill>
              </a:rPr>
              <a:t>Ona tilimizda virtual laboratoriyalar va jonli himoya vositalari!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26864" y="1289304"/>
            <a:ext cx="4005072" cy="354787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9" name="Image 0" descr="C:\Users\User\Desktop\kiber xavfsizlik boyicha sayt\public\screenshots\03_pat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325880"/>
            <a:ext cx="3931920" cy="32004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663440" y="456285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KiberQoriqchi — tizimli ta'lim yo'nalishlari interfeysi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03 / 13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Bosh sahifa: Haqiqiy interfeys va elementlar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Saytning bosh sahifasi (Hero) va asosiy harakatga undovchi elementlar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5102352" cy="382219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01_home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029200" cy="3474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83717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Bosh sahifa — Hero bloki, neon kiber dizayn va asosiy tugmalar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852160" y="1325880"/>
            <a:ext cx="2743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39903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1. Sarlavha &amp; Shior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89320" y="167335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"Kiberxavfsizlikni amalda o‘rganing" bosh shiori va yo'nalish tavsifi.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852160" y="2194560"/>
            <a:ext cx="2743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89320" y="226771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2. Boshlash Tugmasi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989320" y="254203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"Hoziroq boshlash" orqali darhol laboratoriyalarga yo'l ochiladi.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3063240"/>
            <a:ext cx="2743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89320" y="31363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3. 3 Tilda Lokalizatsiya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989320" y="34107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O'zbek, Rus va Ingliz tillarida to'liq moslashtirilgan interfeys.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852160" y="3931920"/>
            <a:ext cx="2743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89320" y="400507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4. Profil va Ballar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989320" y="427939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Foydalanuvchining login holati va yig'ilgan ballar paneli.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04 / 13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Sayt menyusi: Haqiqiy navigatsiya tuzilishi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Platformadagi barcha bo‘limlar va ularning o‘zaro bog‘liqligi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8119872" cy="126187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02_nav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8046720" cy="914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2276856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Saytning haqiqiy Navbar komponenti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2560320"/>
            <a:ext cx="18745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269748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1. Yo‘nalishlar (Paths)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20040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Kibergigiyena, Web xavfsizlik, Linux va Tarmoq himoyasi kasbiy yo'llari.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606040" y="2560320"/>
            <a:ext cx="18745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697480" y="269748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2. Amaliyot (Practice)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697480" y="320040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Virtual kiber-laboratoriya xonalari (CTF) va real zaifliklarni sinash.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63440" y="2560320"/>
            <a:ext cx="18745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54880" y="269748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3. APK Qo‘riqchi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754880" y="320040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Android APK fayllarini tahlil qilish va zararli kodlarni fosh etish.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20840" y="2560320"/>
            <a:ext cx="18745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12280" y="269748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4. CyberGuard AI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812280" y="320040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Kiberxavfsizlik bo‘yicha o‘zbek tilida 24/7 javob beruvchi sun'iy intellekt.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05 / 13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Kiberxavfsizlik bo‘limlari va o‘quv yo‘nalishlari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Saytda mavjud bo‘lgan kasbiy ta'lim yo‘nalishlari va amaliy laboratoriya xonalari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3959352" cy="281635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03_pat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886200" cy="2468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831336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"Yo‘nalishlar" — Kibergigiyena, Web, Linux darslari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672584" y="1289304"/>
            <a:ext cx="3959352" cy="281635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10" name="Image 1" descr="C:\Users\User\Desktop\kiber xavfsizlik boyicha sayt\public\screenshots\11_practice_roo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325880"/>
            <a:ext cx="3886200" cy="2468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709160" y="3831336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"Amaliyot" — CTF xonalari va zaiflik laboratoriyalari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548640" y="4069080"/>
            <a:ext cx="80467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31520" y="41148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59669"/>
                </a:solidFill>
              </a:rPr>
              <a:t>• Nazariya va Amaliyot uyg‘unligi: </a:t>
            </a:r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</a:rPr>
              <a:t>O‘quvchi har bir mavzuni o‘rgangach, darhol virtual laboratoriya xonasiga kirib amalda sinab ko‘radi (SQLi, XSS, Brute force, Phishing).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06 / 13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Amaliy imkoniyatlar: APK Qo‘riqchi va Telefon Paneli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Sayt ichidagi haqiqiy tahlil va himoya vositalari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3959352" cy="281635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05_apk_qoriqch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886200" cy="2468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831336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"APK Qo‘riqchi" — Android ilovalarni tahlil qilish moduli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4069080"/>
            <a:ext cx="3886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4114800"/>
            <a:ext cx="3611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📱 APK Qo‘riqchi: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Faylni yuklab, uning so'ragan ruxsatlari, SMS o'g'irlash kodlari va troyan signaturalarini fosh etish.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672584" y="1289304"/>
            <a:ext cx="3959352" cy="281635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12" name="Image 1" descr="C:\Users\User\Desktop\kiber xavfsizlik boyicha sayt\public\screenshots\06_security_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325880"/>
            <a:ext cx="3886200" cy="24688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09160" y="3831336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"Telefon Xavfsizlik Paneli" — qurilma auditi va 1-Click Fix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709160" y="4069080"/>
            <a:ext cx="3886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846320" y="4114800"/>
            <a:ext cx="3611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</a:rPr>
              <a:t>🔒 Smartfon Himoyasi: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Ochiq USB debugging, ekran qulfi va xavfli ruxsatnomalarni 1-klikda tekshirish va to'g'irlash.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07 / 13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Sayt qanday ishlaydi? (Foydalanish oqimi)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Foydalanuvchi platformaga kirgandan so‘ng bilim olish va himoyalanish zanjiri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4279392" cy="382219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09_lab_r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206240" cy="3474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837176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Haqiqiy virtual laboratoriya xonasi (Lab Room) interfeysi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029200" y="1325880"/>
            <a:ext cx="356616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166360" y="1472184"/>
            <a:ext cx="457200" cy="457200"/>
          </a:xfrm>
          <a:prstGeom prst="roundRect">
            <a:avLst/>
          </a:prstGeom>
          <a:solidFill>
            <a:srgbClr val="059669"/>
          </a:solidFill>
          <a:ln/>
        </p:spPr>
      </p:sp>
      <p:sp>
        <p:nvSpPr>
          <p:cNvPr id="11" name="Text 8"/>
          <p:cNvSpPr/>
          <p:nvPr/>
        </p:nvSpPr>
        <p:spPr>
          <a:xfrm>
            <a:off x="5166360" y="14721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01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60720" y="13990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Saytga kirish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760720" y="167335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Brauzer orqali kiber-platformaga kirish va tilni tanlash.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0" y="2194560"/>
            <a:ext cx="356616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166360" y="2340864"/>
            <a:ext cx="457200" cy="457200"/>
          </a:xfrm>
          <a:prstGeom prst="roundRect">
            <a:avLst/>
          </a:prstGeom>
          <a:solidFill>
            <a:srgbClr val="059669"/>
          </a:solidFill>
          <a:ln/>
        </p:spPr>
      </p:sp>
      <p:sp>
        <p:nvSpPr>
          <p:cNvPr id="16" name="Text 13"/>
          <p:cNvSpPr/>
          <p:nvPr/>
        </p:nvSpPr>
        <p:spPr>
          <a:xfrm>
            <a:off x="5166360" y="23408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02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760720" y="226771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Yo‘nalishni tanlash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760720" y="254203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Kibergigiyena, Web xavfsizlik yoki CTF kursini tanlash.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0" y="3063240"/>
            <a:ext cx="356616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166360" y="3209544"/>
            <a:ext cx="457200" cy="457200"/>
          </a:xfrm>
          <a:prstGeom prst="roundRect">
            <a:avLst/>
          </a:prstGeom>
          <a:solidFill>
            <a:srgbClr val="059669"/>
          </a:solidFill>
          <a:ln/>
        </p:spPr>
      </p:sp>
      <p:sp>
        <p:nvSpPr>
          <p:cNvPr id="21" name="Text 18"/>
          <p:cNvSpPr/>
          <p:nvPr/>
        </p:nvSpPr>
        <p:spPr>
          <a:xfrm>
            <a:off x="5166360" y="32095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03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760720" y="31363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Amaliy laboratoriya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760720" y="34107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Brauzerda real vaziyatlarni bartaraf etib bayroq (flag) topish.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029200" y="3931920"/>
            <a:ext cx="356616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166360" y="4078224"/>
            <a:ext cx="457200" cy="457200"/>
          </a:xfrm>
          <a:prstGeom prst="roundRect">
            <a:avLst/>
          </a:prstGeom>
          <a:solidFill>
            <a:srgbClr val="059669"/>
          </a:solidFill>
          <a:ln/>
        </p:spPr>
      </p:sp>
      <p:sp>
        <p:nvSpPr>
          <p:cNvPr id="26" name="Text 23"/>
          <p:cNvSpPr/>
          <p:nvPr/>
        </p:nvSpPr>
        <p:spPr>
          <a:xfrm>
            <a:off x="5166360" y="40782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04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760720" y="40050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Qurilmani himoyalash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760720" y="427939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APK yoki smartfonni skaner qilib, real himoyaga ega bo‘lish.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/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</a:rPr>
              <a:t>08 · MUALLIF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</a:rPr>
              <a:t>Loyihani kim yaratdi?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8FAFC"/>
                </a:solidFill>
              </a:rPr>
              <a:t>Loyihaning barcha qismlari Abduraxmonov Bexruz tomonidan bajarilgan.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20574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E7B7"/>
                </a:solidFill>
              </a:rPr>
              <a:t>ROLI:  Muallif, dizayner va dasturchi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4937760" cy="2240280"/>
          </a:xfrm>
          <a:prstGeom prst="roundRect">
            <a:avLst/>
          </a:prstGeom>
          <a:solidFill>
            <a:srgbClr val="0F243A"/>
          </a:solidFill>
          <a:ln w="19050">
            <a:solidFill>
              <a:srgbClr val="1E3A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560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Bajargan ishlari: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80360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Loyiha g‘oyasi va arxitektura tuzilmasi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UI/UX dizayn va vizual interfeys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React, Vite va Tailwind CSS bilan dasturlash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O‘quv modullari, laboratoriyalar va Sezar shifri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Vercel bulutiga joylashtirish va CI/CD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Sinov va taqdimotga to‘liq tayyorlash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06440" y="640080"/>
            <a:ext cx="2834640" cy="4069080"/>
          </a:xfrm>
          <a:prstGeom prst="roundRect">
            <a:avLst/>
          </a:prstGeom>
          <a:solidFill>
            <a:srgbClr val="0D1A26"/>
          </a:solidFill>
          <a:ln w="25400">
            <a:solidFill>
              <a:srgbClr val="10B981"/>
            </a:solidFill>
            <a:prstDash val="solid"/>
          </a:ln>
        </p:spPr>
      </p:sp>
      <p:pic>
        <p:nvPicPr>
          <p:cNvPr id="11" name="Image 0" descr="C:\Users\User\Desktop\kiber xavfsizlik boyicha sayt\public\screenshots\author_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685800"/>
            <a:ext cx="2743200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09 / 13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Texnologiyalar: Loyihaning haqiqiy texnik asosi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Kod bazasi (package.json va arxitektura) orqali 100% tasdiqlangan texnologiyalar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4096512" cy="382219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08_cyberguard_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023360" cy="3474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83717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CyberGuard AI — o‘zbek tilidagi kiberxavfsizlik assistenti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846320" y="1325880"/>
            <a:ext cx="37490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139903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</a:rPr>
              <a:t>React 18 &amp; Vite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983480" y="16733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Tezkor SPA arxitekturasi va modulli frontend.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846320" y="2194560"/>
            <a:ext cx="37490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22677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Tailwind CSS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254203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To‘liq moslashuvchan (responsive) qorong‘i kiber-interfeys.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846320" y="3063240"/>
            <a:ext cx="37490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83480" y="31363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Lucide Icons &amp; Confetti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341071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Kiber piktogrammalar va gamifikatsiya effektlari.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846320" y="3931920"/>
            <a:ext cx="37490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983480" y="400507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Vercel Edge Cloud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983480" y="427939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Global CDN, 24/7 uzluksiz ishlovchi bulutli serverlar.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10 / 13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Afzalliklari: KiberQoriqchi nega ustun?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Saytning haqiqiy imkoniyatlariga asoslangan asosiy raqobat ustunliklari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4096512" cy="382219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07_leader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023360" cy="3474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83717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"Leaderboard" — jonli reyting va musobaqa tizimi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846320" y="1325880"/>
            <a:ext cx="374904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139903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1. 100% Ona Tilimizda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983480" y="16733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O‘zbekiston to‘lov tizimlari (Click, Payme, Uzcard) kiber-xavflariga moslangan.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846320" y="2194560"/>
            <a:ext cx="374904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22677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2. Ta'lim + Jonli Himoya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983480" y="254203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Faqat ma'ruza emas — smartfon va fayllarni amalda tekshirish qurollari bor.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846320" y="3063240"/>
            <a:ext cx="374904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83480" y="31363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3. Gamifikatsiya va Musobaqa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983480" y="341071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Topshiriqlarni bajarish orqali ballar to‘plab umumiy reytingda ko‘tarilish.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846320" y="3931920"/>
            <a:ext cx="374904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983480" y="400507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4. CyberGuard AI Maslahatchi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983480" y="427939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Har qanday kiber-savolga o‘zbek tilida 24/7 tezkor va tushunarli javob.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11 / 13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Kamchiliklar va Rivojlantirish Rejalari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Haqiqiy holatni ochiq baholash va kelajakdagi takomillashtirish bosqichlari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4096512" cy="382219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12_casestu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023360" cy="3474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83717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"Hodisalar Tahlili" (Case Study) — real kiber-hujumlar tahlili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846320" y="1325880"/>
            <a:ext cx="374904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CD34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14173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</a:rPr>
              <a:t>⚠️ Aniqlangan Kamchiliklar (MVP):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983480" y="173736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• Dinamik Server Sandboxing: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Hozircha veb-simulyatsiya; to‘liq Docker muhiti zarur.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• Mahalliy ilova yo‘qligi: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Android/iOS ilovasi ishlab chiqilmoqda.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• Telegram bot: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Avtomatik APK tekshiruvchi bot ulanmoqda.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846320" y="3154680"/>
            <a:ext cx="374904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32461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🚀 Kelajakdagi Rivojlantirish: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983480" y="356616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• Telegram Xavfsizlik Boti: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Shubhali faylni botga yuborib 2 soniyada natija olish.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• B2B Korporativ Audit: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Banklar va korxonalar uchun fishing simulyatsiyasi.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• Respublika CTF Musobaqasi: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Yoshlar o‘rtasida kiber-olimpiada o‘tkazish.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28600"/>
            <a:ext cx="20116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</a:rPr>
              <a:t>SLAYD 12 / 13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</a:rPr>
              <a:t>Xulosa: Loyiha natijasi va jamiyatga foydasi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Kiberxavfsizlik — faqat texnologiya emas, balki to‘g‘ri odatlar va amaliy bilimdir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12064" y="1289304"/>
            <a:ext cx="4096512" cy="382219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7" name="Image 0" descr="C:\Users\User\Desktop\kiber xavfsizlik boyicha sayt\public\screenshots\10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023360" cy="3474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83717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Ro‘yxatdan o‘tish va shaxsiy kabinet interfeysi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846320" y="1325880"/>
            <a:ext cx="374904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0" y="141732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59669"/>
                </a:solidFill>
              </a:rPr>
              <a:t>32M+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00800" y="146304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Aholi kiber-xavflardan himoyalanish madaniyatiga ega bo‘ladi.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846320" y="2468880"/>
            <a:ext cx="374904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0" y="256032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59669"/>
                </a:solidFill>
              </a:rPr>
              <a:t>1-Click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400800" y="260604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Smartfon va APK xavfsizligini tekshirish uchun oson milliy yechim.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846320" y="3611880"/>
            <a:ext cx="374904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E7B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0" y="370332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59669"/>
                </a:solidFill>
              </a:rPr>
              <a:t>100%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6400800" y="374904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Ona tilimizda yangi avlod kiber-mutaxassislari tayyorlanadi.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FAFC"/>
                </a:solidFill>
              </a:rPr>
              <a:t>E’tiboringiz uchun rahmat!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KiberQoriqchi platformasi orqali raqamli xavfsizlikni birgalikda ta’minlaymiz.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4389120" cy="2834640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20240"/>
            <a:ext cx="40233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B981"/>
                </a:solidFill>
              </a:rPr>
              <a:t>🌐 Jonli Sayt Havolasi:
</a:t>
            </a:r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EA5E9"/>
                </a:solidFill>
              </a:rPr>
              <a:t>https://kiber-xavfsizlik-boyicha-sayt.vercel.app/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B981"/>
                </a:solidFill>
              </a:rPr>
              <a:t>👤 Loyiha Muallifi: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8FAFC"/>
                </a:solidFill>
              </a:rPr>
              <a:t>Abduraxmonov Bexruz (Muallif, dizayner va dasturchi)
</a:t>
            </a:r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34D399"/>
                </a:solidFill>
              </a:rPr>
              <a:t>🛡️ "Xavfsiz internet — ongli foydalanuvchidan boshlanadi!"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175504" y="557784"/>
            <a:ext cx="3456432" cy="4370832"/>
          </a:xfrm>
          <a:prstGeom prst="roundRect">
            <a:avLst/>
          </a:prstGeom>
          <a:solidFill>
            <a:srgbClr val="0D1A26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8" name="Image 0" descr="C:\Users\User\Desktop\kiber xavfsizlik boyicha sayt\public\screenshots\01_home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594360"/>
            <a:ext cx="3383280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12080" y="465429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AE6FD"/>
                </a:solidFill>
              </a:rPr>
              <a:t>📸 KiberQoriqchi rasmiy web-platformasi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CyberShield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KiberQoriqchi — Web Platformasi Prezentatsiyasi</dc:title>
  <dc:subject>PptxGenJS Presentation</dc:subject>
  <dc:creator>Abduraxmonov Bexruz</dc:creator>
  <cp:lastModifiedBy>Abduraxmonov Bexruz</cp:lastModifiedBy>
  <cp:revision>1</cp:revision>
  <dcterms:created xsi:type="dcterms:W3CDTF">2026-10-22T04:35:15Z</dcterms:created>
  <dcterms:modified xsi:type="dcterms:W3CDTF">2026-10-22T04:35:15Z</dcterms:modified>
</cp:coreProperties>
</file>