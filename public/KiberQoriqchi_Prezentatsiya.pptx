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457200"/>
            <a:ext cx="3108960" cy="329184"/>
          </a:xfrm>
          <a:prstGeom prst="roundRect">
            <a:avLst/>
          </a:prstGeom>
          <a:solidFill>
            <a:srgbClr val="064E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45720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D399"/>
                </a:solidFill>
              </a:rPr>
              <a:t>🛡️ KIBERXAVFSIZLIK AKADEMIYASI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KiberQoriqchi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4A3B8"/>
                </a:solidFill>
              </a:rPr>
              <a:t>Kiberxavflarni tushunish, amaliy himoyalanish va milliy kiber-madaniyatni shakllantirish platformasi.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468880"/>
            <a:ext cx="4206240" cy="777240"/>
          </a:xfrm>
          <a:prstGeom prst="roundRect">
            <a:avLst/>
          </a:prstGeom>
          <a:solidFill>
            <a:srgbClr val="0D1A26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51460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</a:rPr>
              <a:t>🌐 Rasmiy Sayt Manzili:
</a:t>
            </a:r>
            <a:pPr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https://kiber-xavfsizlik-boyicha-sayt.vercel.app/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34290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✔ 100% O‘zbek tilida   ✔ Jonli Laboratoriyalar   ✔ APK Skaneri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992624" y="512064"/>
            <a:ext cx="3639312" cy="4370832"/>
          </a:xfrm>
          <a:prstGeom prst="roundRect">
            <a:avLst/>
          </a:prstGeom>
          <a:solidFill>
            <a:srgbClr val="0D1A26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11" name="Image 0" descr="C:\Users\User\Desktop\kiber xavfsizlik boyicha sayt\public\screenshots\01_home_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548640"/>
            <a:ext cx="3566160" cy="402336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029200" y="46085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AE6FD"/>
                </a:solidFill>
              </a:rPr>
              <a:t>📸 Saytning jonli bosh sahifasi (Hero ekrani)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28600"/>
            <a:ext cx="201168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59669"/>
                </a:solidFill>
              </a:rPr>
              <a:t>SLAYD 02 / 12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Loyiha haqida: Muammo va Yechim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9601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Nega KiberQoriqchi platformasi yaratildi va qanday real muammolarni hal qiladi?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384048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463040"/>
            <a:ext cx="34747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DC2626"/>
                </a:solidFill>
              </a:rPr>
              <a:t>🚨 Raqamli muhitdagi 3 ta asosiy muammo:
</a:t>
            </a:r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F172A"/>
                </a:solidFill>
              </a:rPr>
              <a:t>1. Fishing va soxta to‘lovlar: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75569"/>
                </a:solidFill>
              </a:rPr>
              <a:t>Fuqarolar soxta Click/Payme havolalari orqali karta pullaridan ayrilmoqda.
</a:t>
            </a:r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F172A"/>
                </a:solidFill>
              </a:rPr>
              <a:t>2. Zararli Telegram APK troyanlari: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75569"/>
                </a:solidFill>
              </a:rPr>
              <a:t>Telegram orqali kelgan ilovalar SMS va parollarni o'g'irlamoqda.
</a:t>
            </a:r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F172A"/>
                </a:solidFill>
              </a:rPr>
              <a:t>3. Amaliy ta'lim yo'qligi: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75569"/>
                </a:solidFill>
              </a:rPr>
              <a:t>Mavjud manbalar faqat quruq nazariya yoki chet tillarida.
</a:t>
            </a:r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59669"/>
                </a:solidFill>
              </a:rPr>
              <a:t>✅ KiberQoriqchi yechimi: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0F172A"/>
                </a:solidFill>
              </a:rPr>
              <a:t>Ona tilimizda virtual laboratoriyalar va jonli himoya vositalari!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26864" y="1289304"/>
            <a:ext cx="4005072" cy="3547872"/>
          </a:xfrm>
          <a:prstGeom prst="roundRect">
            <a:avLst/>
          </a:prstGeom>
          <a:solidFill>
            <a:srgbClr val="0D1A26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9" name="Image 0" descr="C:\Users\User\Desktop\kiber xavfsizlik boyicha sayt\public\screenshots\03_path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0" y="1325880"/>
            <a:ext cx="3931920" cy="32004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663440" y="4562856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AE6FD"/>
                </a:solidFill>
              </a:rPr>
              <a:t>📸 KiberQoriqchi — tizimli ta'lim yo'nalishlari interfeysi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28600"/>
            <a:ext cx="201168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59669"/>
                </a:solidFill>
              </a:rPr>
              <a:t>SLAYD 03 / 12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Bosh sahifa: Haqiqiy interfeys va elementlar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9601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Saytning bosh sahifasi (Hero) va asosiy harakatga undovchi elementlar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12064" y="1289304"/>
            <a:ext cx="5102352" cy="3822192"/>
          </a:xfrm>
          <a:prstGeom prst="roundRect">
            <a:avLst/>
          </a:prstGeom>
          <a:solidFill>
            <a:srgbClr val="0D1A26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7" name="Image 0" descr="C:\Users\User\Desktop\kiber xavfsizlik boyicha sayt\public\screenshots\01_home_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029200" cy="34747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4837176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AE6FD"/>
                </a:solidFill>
              </a:rPr>
              <a:t>📸 Bosh sahifa — Hero bloki, neon kiber dizayn va asosiy tugmalar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852160" y="1325880"/>
            <a:ext cx="27432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39903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1. Sarlavha &amp; Shior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989320" y="167335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"Kiberxavfsizlikni amalda o‘rganing" bosh shiori va yo'nalish tavsifi.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852160" y="2194560"/>
            <a:ext cx="27432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89320" y="226771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2. Boshlash Tugmasi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989320" y="254203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"Hoziroq boshlash" orqali darhol laboratoriyalarga yo'l ochiladi.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852160" y="3063240"/>
            <a:ext cx="27432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989320" y="313639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3. 3 Tilda Lokalizatsiya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989320" y="341071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O'zbek, Rus va Ingliz tillarida to'liq moslashtirilgan interfeys.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5852160" y="3931920"/>
            <a:ext cx="27432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89320" y="400507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4. Profil va Ballar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989320" y="427939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Foydalanuvchining login holati va yig'ilgan ballar paneli.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28600"/>
            <a:ext cx="201168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59669"/>
                </a:solidFill>
              </a:rPr>
              <a:t>SLAYD 04 / 12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Sayt menyusi: Haqiqiy navigatsiya tuzilishi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9601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Platformadagi barcha bo‘limlar va ularning o‘zaro bog‘liqligi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12064" y="1289304"/>
            <a:ext cx="8119872" cy="1261872"/>
          </a:xfrm>
          <a:prstGeom prst="roundRect">
            <a:avLst/>
          </a:prstGeom>
          <a:solidFill>
            <a:srgbClr val="0D1A26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7" name="Image 0" descr="C:\Users\User\Desktop\kiber xavfsizlik boyicha sayt\public\screenshots\02_nav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8046720" cy="9144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2276856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AE6FD"/>
                </a:solidFill>
              </a:rPr>
              <a:t>📸 Saytning haqiqiy Navbar komponenti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2560320"/>
            <a:ext cx="187452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269748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9669"/>
                </a:solidFill>
              </a:rPr>
              <a:t>1. Yo‘nalishlar (Paths)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200400"/>
            <a:ext cx="1691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</a:rPr>
              <a:t>Kibergigiyena, Web xavfsizlik, Linux va Tarmoq himoyasi kasbiy yo'llari.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606040" y="2560320"/>
            <a:ext cx="187452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697480" y="269748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9669"/>
                </a:solidFill>
              </a:rPr>
              <a:t>2. Amaliyot (Practice)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2697480" y="3200400"/>
            <a:ext cx="1691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</a:rPr>
              <a:t>Virtual kiber-laboratoriya xonalari (CTF) va real zaifliklarni sinash.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663440" y="2560320"/>
            <a:ext cx="187452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754880" y="269748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9669"/>
                </a:solidFill>
              </a:rPr>
              <a:t>3. APK Qo‘riqchi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754880" y="3200400"/>
            <a:ext cx="1691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</a:rPr>
              <a:t>Android APK fayllarini tahlil qilish va zararli kodlarni fosh etish.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720840" y="2560320"/>
            <a:ext cx="187452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812280" y="269748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9669"/>
                </a:solidFill>
              </a:rPr>
              <a:t>4. CyberGuard AI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812280" y="3200400"/>
            <a:ext cx="1691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</a:rPr>
              <a:t>Kiberxavfsizlik bo‘yicha o‘zbek tilida 24/7 javob beruvchi sun'iy intellekt.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28600"/>
            <a:ext cx="201168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59669"/>
                </a:solidFill>
              </a:rPr>
              <a:t>SLAYD 05 / 12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Kiberxavfsizlik bo‘limlari va o‘quv yo‘nalishlari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9601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Saytda mavjud bo‘lgan kasbiy ta'lim yo‘nalishlari va amaliy laboratoriya xonalari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12064" y="1289304"/>
            <a:ext cx="3959352" cy="2816352"/>
          </a:xfrm>
          <a:prstGeom prst="roundRect">
            <a:avLst/>
          </a:prstGeom>
          <a:solidFill>
            <a:srgbClr val="0D1A26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7" name="Image 0" descr="C:\Users\User\Desktop\kiber xavfsizlik boyicha sayt\public\screenshots\03_path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3886200" cy="2468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3831336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AE6FD"/>
                </a:solidFill>
              </a:rPr>
              <a:t>📸 "Yo‘nalishlar" — Kibergigiyena, Web, Linux darslari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672584" y="1289304"/>
            <a:ext cx="3959352" cy="2816352"/>
          </a:xfrm>
          <a:prstGeom prst="roundRect">
            <a:avLst/>
          </a:prstGeom>
          <a:solidFill>
            <a:srgbClr val="0D1A26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10" name="Image 1" descr="C:\Users\User\Desktop\kiber xavfsizlik boyicha sayt\public\screenshots\11_practice_room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325880"/>
            <a:ext cx="3886200" cy="24688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709160" y="3831336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AE6FD"/>
                </a:solidFill>
              </a:rPr>
              <a:t>📸 "Amaliyot" — CTF xonalari va zaiflik laboratoriyalari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548640" y="4069080"/>
            <a:ext cx="804672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31520" y="411480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59669"/>
                </a:solidFill>
              </a:rPr>
              <a:t>• Nazariya va Amaliyot uyg‘unligi: </a:t>
            </a:r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</a:rPr>
              <a:t>O‘quvchi har bir mavzuni o‘rgangach, darhol virtual laboratoriya xonasiga kirib amalda sinab ko‘radi (SQLi, XSS, Brute force, Phishing).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28600"/>
            <a:ext cx="201168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59669"/>
                </a:solidFill>
              </a:rPr>
              <a:t>SLAYD 06 / 12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Amaliy imkoniyatlar: APK Qo‘riqchi va Telefon Paneli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9601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Sayt ichidagi haqiqiy tahlil va himoya vositalari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12064" y="1289304"/>
            <a:ext cx="3959352" cy="2816352"/>
          </a:xfrm>
          <a:prstGeom prst="roundRect">
            <a:avLst/>
          </a:prstGeom>
          <a:solidFill>
            <a:srgbClr val="0D1A26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7" name="Image 0" descr="C:\Users\User\Desktop\kiber xavfsizlik boyicha sayt\public\screenshots\05_apk_qoriqch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3886200" cy="2468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3831336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AE6FD"/>
                </a:solidFill>
              </a:rPr>
              <a:t>📸 "APK Qo‘riqchi" — Android ilovalarni tahlil qilish moduli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4069080"/>
            <a:ext cx="3886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4114800"/>
            <a:ext cx="3611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</a:rPr>
              <a:t>📱 APK Qo‘riqchi: </a:t>
            </a:r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Faylni yuklab, uning so'ragan ruxsatlari, SMS o'g'irlash kodlari va troyan signaturalarini fosh etish.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672584" y="1289304"/>
            <a:ext cx="3959352" cy="2816352"/>
          </a:xfrm>
          <a:prstGeom prst="roundRect">
            <a:avLst/>
          </a:prstGeom>
          <a:solidFill>
            <a:srgbClr val="0D1A26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12" name="Image 1" descr="C:\Users\User\Desktop\kiber xavfsizlik boyicha sayt\public\screenshots\06_security_ph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325880"/>
            <a:ext cx="3886200" cy="24688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09160" y="3831336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AE6FD"/>
                </a:solidFill>
              </a:rPr>
              <a:t>📸 "Telefon Xavfsizlik Paneli" — qurilma auditi va 1-Click Fix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4709160" y="4069080"/>
            <a:ext cx="3886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846320" y="4114800"/>
            <a:ext cx="3611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</a:rPr>
              <a:t>🔒 Smartfon Himoyasi: </a:t>
            </a:r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Ochiq USB debugging, ekran qulfi va xavfli ruxsatnomalarni 1-klikda tekshirish va to'g'irlash.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28600"/>
            <a:ext cx="201168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59669"/>
                </a:solidFill>
              </a:rPr>
              <a:t>SLAYD 07 / 12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Sayt qanday ishlaydi? (Foydalanish oqimi)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9601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Foydalanuvchi platformaga kirgandan so‘ng bilim olish va himoyalanish zanjiri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12064" y="1289304"/>
            <a:ext cx="4279392" cy="3822192"/>
          </a:xfrm>
          <a:prstGeom prst="roundRect">
            <a:avLst/>
          </a:prstGeom>
          <a:solidFill>
            <a:srgbClr val="0D1A26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7" name="Image 0" descr="C:\Users\User\Desktop\kiber xavfsizlik boyicha sayt\public\screenshots\09_lab_ro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4206240" cy="34747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4837176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AE6FD"/>
                </a:solidFill>
              </a:rPr>
              <a:t>📸 Haqiqiy virtual laboratoriya xonasi (Lab Room) interfeysi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029200" y="1325880"/>
            <a:ext cx="3566160" cy="7498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EE7B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166360" y="1472184"/>
            <a:ext cx="457200" cy="457200"/>
          </a:xfrm>
          <a:prstGeom prst="roundRect">
            <a:avLst/>
          </a:prstGeom>
          <a:solidFill>
            <a:srgbClr val="059669"/>
          </a:solidFill>
          <a:ln/>
        </p:spPr>
      </p:sp>
      <p:sp>
        <p:nvSpPr>
          <p:cNvPr id="11" name="Text 8"/>
          <p:cNvSpPr/>
          <p:nvPr/>
        </p:nvSpPr>
        <p:spPr>
          <a:xfrm>
            <a:off x="5166360" y="14721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01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760720" y="139903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</a:rPr>
              <a:t>Saytga kirish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760720" y="167335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Brauzer orqali kiber-platformaga kirish va tilni tanlash.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0" y="2194560"/>
            <a:ext cx="3566160" cy="7498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EE7B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166360" y="2340864"/>
            <a:ext cx="457200" cy="457200"/>
          </a:xfrm>
          <a:prstGeom prst="roundRect">
            <a:avLst/>
          </a:prstGeom>
          <a:solidFill>
            <a:srgbClr val="059669"/>
          </a:solidFill>
          <a:ln/>
        </p:spPr>
      </p:sp>
      <p:sp>
        <p:nvSpPr>
          <p:cNvPr id="16" name="Text 13"/>
          <p:cNvSpPr/>
          <p:nvPr/>
        </p:nvSpPr>
        <p:spPr>
          <a:xfrm>
            <a:off x="5166360" y="23408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02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760720" y="226771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</a:rPr>
              <a:t>Yo‘nalishni tanlash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760720" y="254203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Kibergigiyena, Web xavfsizlik yoki CTF kursini tanlash.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0" y="3063240"/>
            <a:ext cx="3566160" cy="7498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EE7B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166360" y="3209544"/>
            <a:ext cx="457200" cy="457200"/>
          </a:xfrm>
          <a:prstGeom prst="roundRect">
            <a:avLst/>
          </a:prstGeom>
          <a:solidFill>
            <a:srgbClr val="059669"/>
          </a:solidFill>
          <a:ln/>
        </p:spPr>
      </p:sp>
      <p:sp>
        <p:nvSpPr>
          <p:cNvPr id="21" name="Text 18"/>
          <p:cNvSpPr/>
          <p:nvPr/>
        </p:nvSpPr>
        <p:spPr>
          <a:xfrm>
            <a:off x="5166360" y="32095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03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760720" y="313639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</a:rPr>
              <a:t>Amaliy laboratoriya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760720" y="341071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Brauzerda real vaziyatlarni bartaraf etib bayroq (flag) topish.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5029200" y="3931920"/>
            <a:ext cx="3566160" cy="7498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EE7B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166360" y="4078224"/>
            <a:ext cx="457200" cy="457200"/>
          </a:xfrm>
          <a:prstGeom prst="roundRect">
            <a:avLst/>
          </a:prstGeom>
          <a:solidFill>
            <a:srgbClr val="059669"/>
          </a:solidFill>
          <a:ln/>
        </p:spPr>
      </p:sp>
      <p:sp>
        <p:nvSpPr>
          <p:cNvPr id="26" name="Text 23"/>
          <p:cNvSpPr/>
          <p:nvPr/>
        </p:nvSpPr>
        <p:spPr>
          <a:xfrm>
            <a:off x="5166360" y="40782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04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760720" y="400507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</a:rPr>
              <a:t>Qurilmani himoyalash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5760720" y="427939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APK yoki smartfonni skaner qilib, real himoyaga ega bo‘lish.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28600"/>
            <a:ext cx="201168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59669"/>
                </a:solidFill>
              </a:rPr>
              <a:t>SLAYD 08 / 12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Texnologiyalar: Loyihaning haqiqiy texnik asosi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9601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Kod bazasi (package.json va arxitektura) orqali 100% tasdiqlangan texnologiyalar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12064" y="1289304"/>
            <a:ext cx="4096512" cy="3822192"/>
          </a:xfrm>
          <a:prstGeom prst="roundRect">
            <a:avLst/>
          </a:prstGeom>
          <a:solidFill>
            <a:srgbClr val="0D1A26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7" name="Image 0" descr="C:\Users\User\Desktop\kiber xavfsizlik boyicha sayt\public\screenshots\08_cyberguard_a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4023360" cy="34747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4837176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AE6FD"/>
                </a:solidFill>
              </a:rPr>
              <a:t>📸 CyberGuard AI — o‘zbek tilidagi kiberxavfsizlik assistenti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846320" y="1325880"/>
            <a:ext cx="374904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983480" y="139903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</a:rPr>
              <a:t>React 18 &amp; Vite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983480" y="167335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Tezkor SPA arxitekturasi va modulli frontend.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846320" y="2194560"/>
            <a:ext cx="374904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983480" y="226771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</a:rPr>
              <a:t>Tailwind CSS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254203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To‘liq moslashuvchan (responsive) qorong‘i kiber-interfeys.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846320" y="3063240"/>
            <a:ext cx="374904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983480" y="313639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</a:rPr>
              <a:t>Lucide Icons &amp; Confetti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341071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Kiber piktogrammalar va gamifikatsiya effektlari.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4846320" y="3931920"/>
            <a:ext cx="374904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983480" y="400507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Vercel Edge Cloud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983480" y="427939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Global CDN, 24/7 uzluksiz ishlovchi bulutli serverlar.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28600"/>
            <a:ext cx="201168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59669"/>
                </a:solidFill>
              </a:rPr>
              <a:t>SLAYD 09 / 12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Afzalliklari: KiberQoriqchi nega ustun?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9601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Saytning haqiqiy imkoniyatlariga asoslangan asosiy raqobat ustunliklari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12064" y="1289304"/>
            <a:ext cx="4096512" cy="3822192"/>
          </a:xfrm>
          <a:prstGeom prst="roundRect">
            <a:avLst/>
          </a:prstGeom>
          <a:solidFill>
            <a:srgbClr val="0D1A26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7" name="Image 0" descr="C:\Users\User\Desktop\kiber xavfsizlik boyicha sayt\public\screenshots\07_leader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4023360" cy="34747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4837176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AE6FD"/>
                </a:solidFill>
              </a:rPr>
              <a:t>📸 "Leaderboard" — jonli reyting va musobaqa tizimi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846320" y="1325880"/>
            <a:ext cx="3749040" cy="7498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EE7B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983480" y="139903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1. 100% Ona Tilimizda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983480" y="167335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O‘zbekiston to‘lov tizimlari (Click, Payme, Uzcard) kiber-xavflariga moslangan.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846320" y="2194560"/>
            <a:ext cx="3749040" cy="7498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EE7B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983480" y="226771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2. Ta'lim + Jonli Himoya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983480" y="254203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Faqat ma'ruza emas — smartfon va fayllarni amalda tekshirish qurollari bor.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846320" y="3063240"/>
            <a:ext cx="3749040" cy="7498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EE7B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983480" y="313639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3. Gamifikatsiya va Musobaqa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4983480" y="341071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Topshiriqlarni bajarish orqali ballar to‘plab umumiy reytingda ko‘tarilish.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4846320" y="3931920"/>
            <a:ext cx="3749040" cy="7498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EE7B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983480" y="400507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4. CyberGuard AI Maslahatchi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4983480" y="427939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Har qanday kiber-savolga o‘zbek tilida 24/7 tezkor va tushunarli javob.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28600"/>
            <a:ext cx="201168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59669"/>
                </a:solidFill>
              </a:rPr>
              <a:t>SLAYD 10 / 12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Kamchiliklar va Rivojlantirish Rejalari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9601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Haqiqiy holatni ochiq baholash va kelajakdagi takomillashtirish bosqichlari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12064" y="1289304"/>
            <a:ext cx="4096512" cy="3822192"/>
          </a:xfrm>
          <a:prstGeom prst="roundRect">
            <a:avLst/>
          </a:prstGeom>
          <a:solidFill>
            <a:srgbClr val="0D1A26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7" name="Image 0" descr="C:\Users\User\Desktop\kiber xavfsizlik boyicha sayt\public\screenshots\12_casestud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4023360" cy="34747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4837176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AE6FD"/>
                </a:solidFill>
              </a:rPr>
              <a:t>📸 "Hodisalar Tahlili" (Case Study) — kiber-hujumlar tahlili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846320" y="1325880"/>
            <a:ext cx="374904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CD34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983480" y="14173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</a:rPr>
              <a:t>⚠️ Aniqlangan Kamchiliklar (MVP):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983480" y="173736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</a:rPr>
              <a:t>• Dinamik Server Sandboxing: </a:t>
            </a:r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Hozircha veb-simulyatsiya; to‘liq Docker muhiti zarur.
</a:t>
            </a:r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</a:rPr>
              <a:t>• Mahalliy ilova yo‘qligi: </a:t>
            </a:r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Android/iOS ilovasi ishlab chiqilmoqda.
</a:t>
            </a:r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</a:rPr>
              <a:t>• Telegram bot: </a:t>
            </a:r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Avtomatik APK tekshiruvchi bot ulanmoqda.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846320" y="3154680"/>
            <a:ext cx="374904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EE7B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983480" y="32461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🚀 Kelajakdagi Rivojlantirish: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983480" y="356616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</a:rPr>
              <a:t>• Telegram Xavfsizlik Boti: </a:t>
            </a:r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Shubhali faylni botga yuborib 2 soniyada natija olish.
</a:t>
            </a:r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</a:rPr>
              <a:t>• B2B Korporativ Audit: </a:t>
            </a:r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Banklar va korxonalar uchun fishing simulyatsiyasi.
</a:t>
            </a:r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</a:rPr>
              <a:t>• Respublika CTF Musobaqasi: </a:t>
            </a:r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Yoshlar o‘rtasida kiber-olimpiada o‘tkazish.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28600"/>
            <a:ext cx="201168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59669"/>
                </a:solidFill>
              </a:rPr>
              <a:t>SLAYD 11 / 12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Xulosa: Loyiha natijasi va jamiyatga foydasi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9601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Kiberxavfsizlik — faqat texnologiya emas, balki to‘g‘ri odatlar va amaliy bilimdir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12064" y="1289304"/>
            <a:ext cx="4096512" cy="3822192"/>
          </a:xfrm>
          <a:prstGeom prst="roundRect">
            <a:avLst/>
          </a:prstGeom>
          <a:solidFill>
            <a:srgbClr val="0D1A26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7" name="Image 0" descr="C:\Users\User\Desktop\kiber xavfsizlik boyicha sayt\public\screenshots\10_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4023360" cy="34747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4837176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AE6FD"/>
                </a:solidFill>
              </a:rPr>
              <a:t>📸 Ro‘yxatdan o‘tish va shaxsiy kabinet interfeysi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846320" y="1325880"/>
            <a:ext cx="374904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EE7B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0" y="1417320"/>
            <a:ext cx="1280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59669"/>
                </a:solidFill>
              </a:rPr>
              <a:t>32M+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6400800" y="1463040"/>
            <a:ext cx="2057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</a:rPr>
              <a:t>Aholi kiber-xavflardan himoyalanish madaniyatiga ega bo‘ladi.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846320" y="2468880"/>
            <a:ext cx="374904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EE7B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0" y="2560320"/>
            <a:ext cx="1280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59669"/>
                </a:solidFill>
              </a:rPr>
              <a:t>1-Click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6400800" y="2606040"/>
            <a:ext cx="2057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</a:rPr>
              <a:t>Smartfon va APK xavfsizligini tekshirish uchun oson milliy yechim.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846320" y="3611880"/>
            <a:ext cx="374904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EE7B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29200" y="3703320"/>
            <a:ext cx="1280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59669"/>
                </a:solidFill>
              </a:rPr>
              <a:t>100%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6400800" y="3749040"/>
            <a:ext cx="2057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</a:rPr>
              <a:t>Ona tilimizda yangi avlod kiber-mutaxassislari tayyorlanadi.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8FAFC"/>
                </a:solidFill>
              </a:rPr>
              <a:t>E’tiboringiz uchun rahmat!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KiberQoriqchi platformasi orqali raqamli xavfsizlikni birgalikda ta’minlaymiz.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4389120" cy="2834640"/>
          </a:xfrm>
          <a:prstGeom prst="roundRect">
            <a:avLst/>
          </a:prstGeom>
          <a:solidFill>
            <a:srgbClr val="0D1A26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920240"/>
            <a:ext cx="40233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B981"/>
                </a:solidFill>
              </a:rPr>
              <a:t>🌐 Jonli Sayt Havolasi:
</a:t>
            </a:r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EA5E9"/>
                </a:solidFill>
              </a:rPr>
              <a:t>https://kiber-xavfsizlik-boyicha-sayt.vercel.app/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B981"/>
                </a:solidFill>
              </a:rPr>
              <a:t>📩 Aloqa va Hamkorlik:
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8FAFC"/>
                </a:solidFill>
              </a:rPr>
              <a:t>Telegram: @cybershield_uz  |  Email: contact@cybershield.uz
</a:t>
            </a:r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34D399"/>
                </a:solidFill>
              </a:rPr>
              <a:t>🛡️ "Xavfsiz internet — ongli foydalanuvchidan boshlanadi!"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175504" y="557784"/>
            <a:ext cx="3456432" cy="4370832"/>
          </a:xfrm>
          <a:prstGeom prst="roundRect">
            <a:avLst/>
          </a:prstGeom>
          <a:solidFill>
            <a:srgbClr val="0D1A26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8" name="Image 0" descr="C:\Users\User\Desktop\kiber xavfsizlik boyicha sayt\public\screenshots\01_home_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0" y="594360"/>
            <a:ext cx="3383280" cy="40233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212080" y="4654296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AE6FD"/>
                </a:solidFill>
              </a:rPr>
              <a:t>📸 KiberQoriqchi rasmiy web-platformasi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CyberShield Academy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KiberQoriqchi — Web Platformasi Prezentatsiyasi</dc:title>
  <dc:subject>PptxGenJS Presentation</dc:subject>
  <dc:creator>KiberQoriqchi</dc:creator>
  <cp:lastModifiedBy>KiberQoriqchi</cp:lastModifiedBy>
  <cp:revision>1</cp:revision>
  <dcterms:created xsi:type="dcterms:W3CDTF">2026-10-22T03:21:18Z</dcterms:created>
  <dcterms:modified xsi:type="dcterms:W3CDTF">2026-10-22T03:21:18Z</dcterms:modified>
</cp:coreProperties>
</file>